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96" r:id="rId3"/>
    <p:sldId id="256" r:id="rId4"/>
    <p:sldId id="257" r:id="rId5"/>
    <p:sldId id="258" r:id="rId6"/>
    <p:sldId id="259" r:id="rId7"/>
    <p:sldId id="260" r:id="rId8"/>
    <p:sldId id="267" r:id="rId9"/>
    <p:sldId id="263" r:id="rId10"/>
    <p:sldId id="264" r:id="rId11"/>
    <p:sldId id="265" r:id="rId12"/>
    <p:sldId id="262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69" r:id="rId33"/>
    <p:sldId id="289" r:id="rId34"/>
    <p:sldId id="290" r:id="rId35"/>
    <p:sldId id="291" r:id="rId36"/>
    <p:sldId id="292" r:id="rId37"/>
    <p:sldId id="293" r:id="rId38"/>
    <p:sldId id="294" r:id="rId39"/>
    <p:sldId id="270" r:id="rId40"/>
    <p:sldId id="26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53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26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19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27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532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33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8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24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88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33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9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5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7B77C-B5C2-4584-B7FD-CE3C9772111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A3064-23D6-436B-AA0E-6E3AB6863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5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268760"/>
            <a:ext cx="8229600" cy="4680520"/>
          </a:xfrm>
        </p:spPr>
        <p:txBody>
          <a:bodyPr>
            <a:noAutofit/>
          </a:bodyPr>
          <a:lstStyle/>
          <a:p>
            <a:r>
              <a:rPr lang="en-US" sz="3600" dirty="0" smtClean="0"/>
              <a:t>Data Engineering</a:t>
            </a:r>
            <a:br>
              <a:rPr lang="en-US" sz="3600" dirty="0" smtClean="0"/>
            </a:br>
            <a:r>
              <a:rPr lang="en-US" sz="3600" dirty="0" smtClean="0"/>
              <a:t> Assignment Screen </a:t>
            </a:r>
            <a:r>
              <a:rPr lang="en-US" sz="3600" dirty="0" smtClean="0"/>
              <a:t>Shots</a:t>
            </a:r>
            <a:br>
              <a:rPr lang="en-US" sz="3600" dirty="0" smtClean="0"/>
            </a:br>
            <a:r>
              <a:rPr lang="en-US" sz="1800" dirty="0" smtClean="0"/>
              <a:t>Submission </a:t>
            </a:r>
            <a:r>
              <a:rPr lang="en-US" sz="1800" dirty="0" err="1" smtClean="0"/>
              <a:t>by_Harshal</a:t>
            </a:r>
            <a:r>
              <a:rPr lang="en-US" sz="1800" dirty="0" smtClean="0"/>
              <a:t> </a:t>
            </a:r>
            <a:r>
              <a:rPr lang="en-US" sz="1800" dirty="0" err="1" smtClean="0"/>
              <a:t>Kandoi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Github_Repository</a:t>
            </a:r>
            <a:r>
              <a:rPr lang="en-US" sz="1800" dirty="0"/>
              <a:t> Link </a:t>
            </a:r>
            <a:r>
              <a:rPr lang="en-US" sz="2000" dirty="0"/>
              <a:t>:</a:t>
            </a:r>
            <a:r>
              <a:rPr lang="en-US" sz="2000" u="sng" dirty="0"/>
              <a:t>https://github.com/</a:t>
            </a:r>
            <a:r>
              <a:rPr lang="en-US" sz="2000" u="sng" dirty="0" err="1"/>
              <a:t>harshalkandoiaip</a:t>
            </a:r>
            <a:r>
              <a:rPr lang="en-US" sz="2000" u="sng" dirty="0"/>
              <a:t>-cloud/</a:t>
            </a:r>
            <a:r>
              <a:rPr lang="en-US" sz="2000" u="sng" dirty="0" err="1"/>
              <a:t>Herovired</a:t>
            </a:r>
            <a:r>
              <a:rPr lang="en-US" sz="2000" u="sng" dirty="0"/>
              <a:t>-Data-Engineering-Assignment-.</a:t>
            </a:r>
            <a:r>
              <a:rPr lang="en-US" sz="2000" u="sng" dirty="0" err="1"/>
              <a:t>git</a:t>
            </a:r>
            <a:endParaRPr lang="en-IN" sz="2000" u="sng" dirty="0"/>
          </a:p>
        </p:txBody>
      </p:sp>
    </p:spTree>
    <p:extLst>
      <p:ext uri="{BB962C8B-B14F-4D97-AF65-F5344CB8AC3E}">
        <p14:creationId xmlns:p14="http://schemas.microsoft.com/office/powerpoint/2010/main" val="117808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PART </a:t>
            </a:r>
            <a:r>
              <a:rPr lang="en-IN" sz="1800" b="1" dirty="0" smtClean="0"/>
              <a:t>A - Cloud </a:t>
            </a:r>
            <a:r>
              <a:rPr lang="en-IN" sz="1800" b="1" dirty="0"/>
              <a:t>Storage &amp; Architecture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7426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00808"/>
            <a:ext cx="7697043" cy="3619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477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8885723" cy="378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44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5652120" cy="6105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40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16632"/>
            <a:ext cx="6139530" cy="662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212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942"/>
            <a:ext cx="9001596" cy="2559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77072"/>
            <a:ext cx="9001596" cy="2255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1302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PART </a:t>
            </a:r>
            <a:r>
              <a:rPr lang="en-IN" sz="1800" b="1" dirty="0" smtClean="0"/>
              <a:t>B - </a:t>
            </a:r>
            <a:r>
              <a:rPr lang="en-IN" sz="1800" b="1" dirty="0"/>
              <a:t>Bronze &amp; Silver Layers — </a:t>
            </a:r>
            <a:r>
              <a:rPr lang="en-IN" sz="1800" b="1" dirty="0" err="1"/>
              <a:t>Databricks</a:t>
            </a:r>
            <a:r>
              <a:rPr lang="en-IN" sz="1800" b="1" dirty="0"/>
              <a:t> </a:t>
            </a:r>
            <a:r>
              <a:rPr lang="en-IN" sz="1800" b="1" dirty="0" err="1"/>
              <a:t>PySpark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9002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68760"/>
            <a:ext cx="9139481" cy="4367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3741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8" y="1459256"/>
            <a:ext cx="9132912" cy="411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221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6265293" cy="5098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35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en-IN" sz="1800" dirty="0"/>
              <a:t>PART C</a:t>
            </a:r>
            <a:br>
              <a:rPr lang="en-IN" sz="1800" dirty="0"/>
            </a:br>
            <a:r>
              <a:rPr lang="en-IN" sz="1800" dirty="0"/>
              <a:t>Gold Executive Layer — </a:t>
            </a:r>
            <a:r>
              <a:rPr lang="en-IN" sz="1800" dirty="0" err="1"/>
              <a:t>Databricks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82468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en-IN" sz="1800" dirty="0"/>
              <a:t>PART D</a:t>
            </a:r>
            <a:br>
              <a:rPr lang="en-IN" sz="1800" dirty="0"/>
            </a:br>
            <a:r>
              <a:rPr lang="en-IN" sz="1800" dirty="0"/>
              <a:t>Synapse </a:t>
            </a:r>
            <a:r>
              <a:rPr lang="en-IN" sz="1800" dirty="0" err="1"/>
              <a:t>Serverless</a:t>
            </a:r>
            <a:r>
              <a:rPr lang="en-IN" sz="1800" dirty="0"/>
              <a:t> Analytics</a:t>
            </a: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14149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681344" cy="4011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42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02" y="980728"/>
            <a:ext cx="9166602" cy="450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012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2696"/>
            <a:ext cx="9046871" cy="439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71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4522319" cy="6294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401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6" y="692696"/>
            <a:ext cx="9026711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12976"/>
            <a:ext cx="6120680" cy="3558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13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32657"/>
            <a:ext cx="4628008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271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6196683" cy="572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761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6371183" cy="6157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060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6371183" cy="6157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465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6768555" cy="582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9559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6768555" cy="582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71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" y="116632"/>
            <a:ext cx="5843885" cy="633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7475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25320"/>
            <a:ext cx="6120680" cy="6526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4085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5793052" cy="591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1571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5793052" cy="591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4374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21847" cy="7884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3114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6247826" cy="6281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4539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712968" cy="551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5854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en-IN" sz="1800" b="1" dirty="0"/>
              <a:t>PART E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b="1" dirty="0"/>
              <a:t>Data Factory Automation — Pipeline + Daily Trigger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26819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236538"/>
            <a:ext cx="7497763" cy="638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0658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16632"/>
            <a:ext cx="6048766" cy="662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555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6545572" cy="660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9593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71" y="72874"/>
            <a:ext cx="6487765" cy="678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468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4392488" cy="647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5802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16632"/>
            <a:ext cx="6336703" cy="6627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9928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en-IN" sz="1800" b="1" dirty="0"/>
              <a:t>PART F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b="1" dirty="0"/>
              <a:t>Data Quality Validation &amp; Engineering Reflection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80464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267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27</Words>
  <Application>Microsoft Office PowerPoint</Application>
  <PresentationFormat>On-screen Show (4:3)</PresentationFormat>
  <Paragraphs>7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Data Engineering  Assignment Screen Shots Submission by_Harshal Kandoi Github_Repository Link :https://github.com/harshalkandoiaip-cloud/Herovired-Data-Engineering-Assignment-.git</vt:lpstr>
      <vt:lpstr>PART A - Cloud Storage &amp;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B - Bronze &amp; Silver Layers — Databricks PySpark</vt:lpstr>
      <vt:lpstr>PowerPoint Presentation</vt:lpstr>
      <vt:lpstr>PowerPoint Presentation</vt:lpstr>
      <vt:lpstr>PowerPoint Presentation</vt:lpstr>
      <vt:lpstr>PART C Gold Executive Layer — Databricks</vt:lpstr>
      <vt:lpstr>PART D Synapse Serverless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E Data Factory Automation — Pipeline + Daily Trigger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F Data Quality Validation &amp; Engineering Reflection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17</cp:revision>
  <dcterms:created xsi:type="dcterms:W3CDTF">2026-03-22T10:02:39Z</dcterms:created>
  <dcterms:modified xsi:type="dcterms:W3CDTF">2026-03-22T17:54:15Z</dcterms:modified>
</cp:coreProperties>
</file>